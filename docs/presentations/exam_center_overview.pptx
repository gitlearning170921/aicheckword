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latin typeface="Microsoft YaHei"/>
              </a:defRPr>
            </a:pPr>
            <a:r>
              <a:t>考试训练中心 — 功能与实现提要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latin typeface="Microsoft YaHei"/>
              </a:defRPr>
            </a:pPr>
            <a:r>
              <a:t>aicheckword（Quiz API）+ AI Word（考试中心页面）</a:t>
            </a:r>
          </a:p>
          <a:p>
            <a:pPr>
              <a:defRPr sz="1800">
                <a:latin typeface="Microsoft YaHei"/>
              </a:defRPr>
            </a:pPr>
            <a:r>
              <a:t>体考训练 · 题库扩维 · 下发与练习 · 统计闭环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面向医疗器械体考相关培训：支持多体考轨道（如国内/13485/MDSAP）。</a:t>
            </a:r>
          </a:p>
          <a:p>
            <a:pPr>
              <a:defRPr sz="1600">
                <a:latin typeface="Microsoft YaHei"/>
              </a:defRPr>
            </a:pPr>
            <a:r>
              <a:t>老师：组卷、AI 录题、复审发布、题库维护、考试下发与配置。</a:t>
            </a:r>
          </a:p>
          <a:p>
            <a:pPr>
              <a:defRPr sz="1600">
                <a:latin typeface="Microsoft YaHei"/>
              </a:defRPr>
            </a:pPr>
            <a:r>
              <a:t>学生：来一套练习、接收考试、作答提交、错题本与历史记录。</a:t>
            </a:r>
          </a:p>
          <a:p>
            <a:pPr>
              <a:defRPr sz="1600">
                <a:latin typeface="Microsoft YaHei"/>
              </a:defRPr>
            </a:pPr>
            <a:r>
              <a:t>统计：练习/考试活动汇总与筛选（aiword 本地库 + 上游快照）。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总体架构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浏览器访问 AI Word「考试训练中心」页面（Flask 模板 + exam_center.js）。</a:t>
            </a:r>
          </a:p>
          <a:p>
            <a:pPr>
              <a:defRPr sz="1600">
                <a:latin typeface="Microsoft YaHei"/>
              </a:defRPr>
            </a:pPr>
            <a:r>
              <a:t>页面请求统一走 /api/exam-center/*，由 aiword 代理到 aicheckword 的 /quiz/*（QUIZ_API_BASE_URL）。</a:t>
            </a:r>
          </a:p>
          <a:p>
            <a:pPr>
              <a:defRPr sz="1600">
                <a:latin typeface="Microsoft YaHei"/>
              </a:defRPr>
            </a:pPr>
            <a:r>
              <a:t>题库、套题、作答、阅卷等核心状态在 aicheckword（FastAPI + MySQL + Chroma 等）。</a:t>
            </a:r>
          </a:p>
          <a:p>
            <a:pPr>
              <a:defRPr sz="1600">
                <a:latin typeface="Microsoft YaHei"/>
              </a:defRPr>
            </a:pPr>
            <a:r>
              <a:t>aiword 侧 SQLite：活动记录、ingest/review 任务与上游 job 快照等，便于列表与轮询展示。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老师端能力（概要）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套题：生成、列表、详情、删除；AI 复审与发布。</a:t>
            </a:r>
          </a:p>
          <a:p>
            <a:pPr>
              <a:defRPr sz="1600">
                <a:latin typeface="Microsoft YaHei"/>
              </a:defRPr>
            </a:pPr>
            <a:r>
              <a:t>题库：AI 批量录题（异步 job + 轮询）、单题编辑/删除、检索与筛选。</a:t>
            </a:r>
          </a:p>
          <a:p>
            <a:pPr>
              <a:defRPr sz="1600">
                <a:latin typeface="Microsoft YaHei"/>
              </a:defRPr>
            </a:pPr>
            <a:r>
              <a:t>考试：组卷下发、本地任务列表、与上游 assignments 协同（视部署配置）。</a:t>
            </a:r>
          </a:p>
          <a:p>
            <a:pPr>
              <a:defRPr sz="1600">
                <a:latin typeface="Microsoft YaHei"/>
              </a:defRPr>
            </a:pPr>
            <a:r>
              <a:t>配置：考试与录题相关系统设置；法规/标准更新提示（长耗时接口）。</a:t>
            </a:r>
          </a:p>
          <a:p>
            <a:pPr>
              <a:defRPr sz="1600">
                <a:latin typeface="Microsoft YaHei"/>
              </a:defRPr>
            </a:pPr>
            <a:r>
              <a:t>项目案例：已训练案例列表下拉（与上游 project-cases 一致）。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学生端能力（概要）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来一套（练习）：按体考类型、考试类型、难度、题量生成练习套题并作答。</a:t>
            </a:r>
          </a:p>
          <a:p>
            <a:pPr>
              <a:defRPr sz="1600">
                <a:latin typeface="Microsoft YaHei"/>
              </a:defRPr>
            </a:pPr>
            <a:r>
              <a:t>考试任务：老师下发后的列表、开考、与练习类似的作答与提交流程。</a:t>
            </a:r>
          </a:p>
          <a:p>
            <a:pPr>
              <a:defRPr sz="1600">
                <a:latin typeface="Microsoft YaHei"/>
              </a:defRPr>
            </a:pPr>
            <a:r>
              <a:t>错题本、未练题量等辅助入口（调用上游 quiz 能力）。</a:t>
            </a:r>
          </a:p>
          <a:p>
            <a:pPr>
              <a:defRPr sz="1600">
                <a:latin typeface="Microsoft YaHei"/>
              </a:defRPr>
            </a:pPr>
            <a:r>
              <a:t>前端：web/static/js/exam_center.js 渲染题干与选项/主观题输入。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统计端能力（概要）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看板与记录列表：练习/考试次数、通过情况、筛选与刷新。</a:t>
            </a:r>
          </a:p>
          <a:p>
            <a:pPr>
              <a:defRPr sz="1600">
                <a:latin typeface="Microsoft YaHei"/>
              </a:defRPr>
            </a:pPr>
            <a:r>
              <a:t>数据来自 aiword 聚合接口 + 上游返回字段（以实际部署为准）。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上游 Quiz API（aicheckword 摘要）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组卷与练习：/quiz/sets/generate、/quiz/practice/generate-set、/quiz/practice/submit。</a:t>
            </a:r>
          </a:p>
          <a:p>
            <a:pPr>
              <a:defRPr sz="1600">
                <a:latin typeface="Microsoft YaHei"/>
              </a:defRPr>
            </a:pPr>
            <a:r>
              <a:t>录题：/quiz/bank/ingest-by-ai 与 ingest job 查询。</a:t>
            </a:r>
          </a:p>
          <a:p>
            <a:pPr>
              <a:defRPr sz="1600">
                <a:latin typeface="Microsoft YaHei"/>
              </a:defRPr>
            </a:pPr>
            <a:r>
              <a:t>题库与套题：bank/questions、sets CRUD、publish、review-by-ai。</a:t>
            </a:r>
          </a:p>
          <a:p>
            <a:pPr>
              <a:defRPr sz="1600">
                <a:latin typeface="Microsoft YaHei"/>
              </a:defRPr>
            </a:pPr>
            <a:r>
              <a:t>作答与阅卷：attempts、grading-status、auto-grade / cache 等（按题型与规则）。</a:t>
            </a:r>
          </a:p>
          <a:p>
            <a:pPr>
              <a:defRPr sz="1600">
                <a:latin typeface="Microsoft YaHei"/>
              </a:defRPr>
            </a:pPr>
            <a:r>
              <a:t>工具：/quiz/tools/project-cases 等项目案例列表。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考试类型与项目案例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考试类型（与体考轨道正交）：daily（日常）、new_standard（新标发布）、project_case（项目案例）。</a:t>
            </a:r>
          </a:p>
          <a:p>
            <a:pPr>
              <a:defRPr sz="1600">
                <a:latin typeface="Microsoft YaHei"/>
              </a:defRPr>
            </a:pPr>
            <a:r>
              <a:t>project_case 须选择已训练入库的 project_cases.id，并与向量检索 case_id 对齐。</a:t>
            </a:r>
          </a:p>
          <a:p>
            <a:pPr>
              <a:defRPr sz="1600">
                <a:latin typeface="Microsoft YaHei"/>
              </a:defRPr>
            </a:pPr>
            <a:r>
              <a:t>命题素材：项目案例类从主库 category=project_case + case_id 取证（见 quiz/service 与 knowledge_base）。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踩坑：接口与参数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直连 aicheckword 时：若请求体仅含 examCategory（驼峰），旧版 Pydantic 可能未映射到 exam_category，</a:t>
            </a:r>
          </a:p>
          <a:p>
            <a:pPr>
              <a:defRPr sz="1600">
                <a:latin typeface="Microsoft YaHei"/>
              </a:defRPr>
            </a:pPr>
            <a:r>
              <a:t>  且 QuizIngestByAIRequest 使用 extra=ignore，会导致考试类型回退为 daily，录题走混合知识源。</a:t>
            </a:r>
          </a:p>
          <a:p>
            <a:pPr>
              <a:defRPr sz="1600">
                <a:latin typeface="Microsoft YaHei"/>
              </a:defRPr>
            </a:pPr>
            <a:r>
              <a:t>修复：Quiz 相关请求模型为 exam_category 增加 validation_alias（examCategory / exam_category）。</a:t>
            </a:r>
          </a:p>
          <a:p>
            <a:pPr>
              <a:defRPr sz="1600">
                <a:latin typeface="Microsoft YaHei"/>
              </a:defRPr>
            </a:pPr>
            <a:r>
              <a:t>aiword 代理层 _expand_quiz_request_body 会同步写入多种键名；前端亦建议蛇形/驼峰双写关键字段。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踩坑：命题与展示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项目案例：练习套题常混用题库缓存 + 补题生成，AI 录题则几乎全量现生成，体感不一致时需核对取证与 top_k。</a:t>
            </a:r>
          </a:p>
          <a:p>
            <a:pPr>
              <a:defRPr sz="1600">
                <a:latin typeface="Microsoft YaHei"/>
              </a:defRPr>
            </a:pPr>
            <a:r>
              <a:t>题干 stem：模型易把 evidence 大段原文粘进 stem（各题型），与选项/答案混淆。</a:t>
            </a:r>
          </a:p>
          <a:p>
            <a:pPr>
              <a:defRPr sz="1600">
                <a:latin typeface="Microsoft YaHei"/>
              </a:defRPr>
            </a:pPr>
            <a:r>
              <a:t>处理：prompt 中 5a 条明确 stem 与 evidence 分离；落库与读库时 _trim_embedded_evidence_from_stem 剥离重复段。</a:t>
            </a:r>
          </a:p>
          <a:p>
            <a:pPr>
              <a:defRPr sz="1600">
                <a:latin typeface="Microsoft YaHei"/>
              </a:defRPr>
            </a:pPr>
            <a:r>
              <a:t>前端：长题干需 pre-wrap、换行与安全转义；独立「命题材料」区块曾加后按产品要求已移除。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运维与配置（提要）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aiword：QUIZ_API_BASE_URL、超时、集成密钥（请求头）等需在环境/系统配置中正确设置。</a:t>
            </a:r>
          </a:p>
          <a:p>
            <a:pPr>
              <a:defRPr sz="1600">
                <a:latin typeface="Microsoft YaHei"/>
              </a:defRPr>
            </a:pPr>
            <a:r>
              <a:t>aicheckword：向量库（Chroma）与 MySQL 题库表一致；录题为后台线程，注意上游可用性与超时。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Microsoft YaHei"/>
              </a:defRPr>
            </a:pPr>
            <a:r>
              <a:t>扩展方向与维护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Microsoft YaHei"/>
              </a:defRPr>
            </a:pPr>
            <a:r>
              <a:t>阅卷规则与主观题策略细化；更多题型与知识点权重可视化。</a:t>
            </a:r>
          </a:p>
          <a:p>
            <a:pPr>
              <a:defRPr sz="1600">
                <a:latin typeface="Microsoft YaHei"/>
              </a:defRPr>
            </a:pPr>
            <a:r>
              <a:t>权限与审计：老师/学生/统计端 gate 与操作留痕。</a:t>
            </a:r>
          </a:p>
          <a:p>
            <a:pPr>
              <a:defRPr sz="1600">
                <a:latin typeface="Microsoft YaHei"/>
              </a:defRPr>
            </a:pPr>
            <a:r>
              <a:t>更新本 PPT：编辑本脚本中 slides 列表后重新运行生成命令。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